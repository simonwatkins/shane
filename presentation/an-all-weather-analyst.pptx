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2B3674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566160"/>
            <a:ext cx="2651760" cy="2651760"/>
          </a:xfrm>
          <a:prstGeom prst="ellipse">
            <a:avLst/>
          </a:prstGeom>
          <a:solidFill>
            <a:srgbClr val="2B3674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ALLWEATHER CAPITAL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All-Weather Analyst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Claude into the investment process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the JSE research workspace, live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Watkins  ·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45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00–04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12070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 — and a live demo kicked off immediately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04–18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7190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Cowork, skills — and our JSE research workspace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22311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skill, live (no code, promise)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the live 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32552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roadmap for AllWeather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7673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97880" y="1207008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minute 30 you'll have watched Claude analyse two JSE retailers end-to-end — and watched a new skill get built in five minutes.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involved.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Claude?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frontier AI model. In chat it answers questions; used as an agent, it completes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2039478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reports, interims, SENS announcements, spreadsheets — hundreds of pages at a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4956048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98" y="203947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532120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notes, decks, models — in the house format, every time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32369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3337926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25880" y="3310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IR pages, downloads filings, monitors announcements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4956048" y="32369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98" y="3337926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532120" y="3310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Calculations, file management, document tooling — checked, not guessed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that matters today: chat answers. An agent does.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Cowork: Claude with hands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65030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folder on your machine it can read and write — and nothing outside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3584448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65" y="1650309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84448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 real, visible Chrome tab for the IR sites that block simple downloads.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1656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773" y="165030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91656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SharePoint, Outlook, Teams — your data, with admin consent.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sits behind an explicit permission prompt. Nothing happens silently.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Skills: instructions, not software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you can write an email briefing a junior analyst, you can write a skill."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markdown document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Claude when to act and what to 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fund's standards — formats, guardrails, house style —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3886200" cy="3520440"/>
          </a:xfrm>
          <a:prstGeom prst="roundRect">
            <a:avLst>
              <a:gd name="adj" fmla="val 155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ic-meeting-note-formatter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Formats rough IC meeting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 into AllWeather's standard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minutes. Use when the user pastes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meeting notes...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Header - date, attendees, chair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Decisions taken - numbered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Actions - owner and due 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Dissenting views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invent content.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Keep numbers exactly as written.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4754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skill from this workspace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Connectors: plug into your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147" y="162324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research, models and notes — read in place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2880360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699" y="1623243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80360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notes and results emails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09744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5010912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51" y="162324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10912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10912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material findings to the desk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40296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141464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803" y="1623243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1464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41464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consensus (where licensed)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once by an admin. Afterwards Claude can cite internal models alongside public filings.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AllWeather, SharePoint becomes the system of record — detail in the roadmap.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JSE coverage, before and after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IR page → download the PDF → re-key the numbers → only then, analysis. Hours per name, every results season.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Capitec." Discovery, downloads, cataloguing and a cited first-pass analysis happen on their own.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companies tracked in the pilot workspace today — onboarded by asking, not by building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skills, one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company's IR site and maps where documents live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93392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12848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2322576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22576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reports, SENS, presentations — automatically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03320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22776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32504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32504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everything; surfaces gaps and what's due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13248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32704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5742432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Skill-builder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42432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company its own skill, so next time is instant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23176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42632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cited analysis from local documents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one shared folder — documents, index, skills, configuration. Portable, inspectable, versioned.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website changes and a download breaks, the workspace re-discovers the source and repairs its own skill.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sentence in, an analysis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Capitec"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928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IR site; downloads the latest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5511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them in the document index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09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analyses — every figure cited to document and page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679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note where the whole team can see 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0" y="123444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TODAY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1783080"/>
            <a:ext cx="1280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Shoprite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Woolworths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Price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Naspers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FirstRand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Richemont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trusted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179259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sacred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1755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rounded or estimated; derived figures marked (e), working shown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4956048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98" y="179259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everything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32120" y="1755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cited to its document and page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108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320991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uncertainty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31729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reported as "not disclosed" — never papered over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69748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4956048" y="3108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98" y="320991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always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32120" y="31729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against the prior period, with the change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live in the workspace configuration — enforced on every analysis, not left to memory.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Demystifying skills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has three parts. All of them are plain English.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when to act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phrases people actually say: "format my IC notes", "tidy these minutes"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— what to 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you would give a new team member: sections, order, format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— what never to 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invent content." "Keep numbers exactly as written." Guardrails, encoded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 build one, live, in five minutes.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skill in five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input — one paragraph of plain English: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"Create a skill that formats rough IC meeting notes into our standard minutes: decisions taken, actions with owners and dates, dissenting views, and follow-ups for next meeting. It must never invent content and must keep numbers exactly as written."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skill file. Then we read it together — and you'll see it's just a document.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make it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generated skill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Read any line — it says what you'd tell a junior.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Wednesday's rough IC notes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6700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mess: half-sentences, missing owners, a dealing-period mention.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minutes out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6301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actions, dissents — and watch for the compliance flag it raises on its own.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analyst can describe a task, the desk can have a skill for it.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JOB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Meanwhile, Claude was working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from minute 2: "Compare Clicks and Dis-Chem's latest results... cite every number."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— H1 FY2026 (6m to 28 Feb 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R24,872.2m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118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HEPS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652.8c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+8.1%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margin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DPS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258.0c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H1 FY2026 interim results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 — FY2026 (12m to 28 Feb 2026)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R42,825.8m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113.7c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−17.3%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LFL retail sales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266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DPS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−42.8%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FY2026 audited AFS &amp; results presentation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periods differ (six vs twelve months, both to 28 February 2026) — a caveat Claude raised itself, with every figure cited to document and page.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from pilot to firm-wide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workspace live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SharePoint; two pilot analysts; current coverage as the watchlist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286207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2072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estate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research and Outlook broker notes wired in; team-wide read access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4992624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92624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rhythm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watchlist updates; IC pack generation; analysts writing their own skills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176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2317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3176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Ops, compliance and IR monitoring; skill governance; all-staff training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ships with its own one-page setup guide.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actually takes: about half a 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and the desktop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35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~1 hour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folder and workspace configuration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30 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the Chrome extension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20 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library and connector consent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+ admin · 1–2 hours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against a tracked company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15 min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— including the gotchas we hit so you don't — accompanies this deck.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data lives: SharePoint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"JSE Research"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library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sync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working folder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(Cowork)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6772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2360" y="13258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/Research/[Company]/  read directly via the SharePoint connector — no migration needed.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visibility, versioning and retention — for free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works on local synced files: fast and reliable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internal research readable in place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writer (the pilot analyst); everyone else reads via SharePoint — avoids sync conflicts.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asking for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two pilot analysts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305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"JSE Research" SharePoint library and connector consent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8437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minutes in week two to review pilot output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SECURITY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data handling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893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390254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Folder-scoped access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1790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and writes only the selected working folder — nothing else on the machine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1305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23150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permissions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23591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command and web actions sit behind prompts; browser actions happen in a visible tab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072750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9169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3200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owners control web access and connectors centrally (Admin settings → Capabilities)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813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3913998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7581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88720" y="40416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 govern training and retention — confirm the current policy at docs.claude.com at decision time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COST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89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3898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Team or Enterprise, per seat. The pilot needs two seats.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67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1671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 a day of IT time. No servers, no infrastructure, no consultants.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(M4)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9443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seats per user. The workspace, skills and guides cost nothing to replicate.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21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7216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maintained by the people who use them — editing a text file, not a vendor contract.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per-seat pricing: anthropic.com/pricing — quote at time of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COMPLIANCE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and compliance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2801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only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research support, never investment advice — stated on every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92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enable spot-checks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1892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figure traces to document and page in seconds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59689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511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2551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building without an analyst's sign-off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95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periods flagged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3209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Dealing restrictions surface automatically in meeting notes and analyses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91363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679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data flagged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3867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Garbled PDF extractions are reported for verification, not presented as fact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SETUP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setup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Install &amp; access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4533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Team/Enterprise licences with Cowork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on pilot machines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 enables Cowork + web access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Workspace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00600" y="154533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working folder; grant access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CLAUDE.md (the 'employee handbook')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 .claude/skills/ inside the folder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manifest tooling; never hand-edit the index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Permissions &amp; browser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file/command/web prompts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connect the Chrome extension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SharePoint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00600" y="332841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'JSE Research' library; sync via OneDrive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synced folder as the working folder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SharePoint connector (admin consent)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writer to start; team reads via SharePoint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Verify: "what are we tracking?" → "tell me about Shoprite" → paste rough notes. All three should just work.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All-Weather Analyst</dc:title>
  <dc:subject>PptxGenJS Presentation</dc:subject>
  <dc:creator>Simon Watkins</dc:creator>
  <cp:lastModifiedBy>Simon Watkins</cp:lastModifiedBy>
  <cp:revision>1</cp:revision>
  <dcterms:created xsi:type="dcterms:W3CDTF">2026-06-11T15:22:58Z</dcterms:created>
  <dcterms:modified xsi:type="dcterms:W3CDTF">2026-06-11T15:22:58Z</dcterms:modified>
</cp:coreProperties>
</file>